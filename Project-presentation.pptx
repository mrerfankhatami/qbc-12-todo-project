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8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5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5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28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5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1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02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5402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47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058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04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50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4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F48F4-CBA1-47CA-83EB-C8311E8A649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1B80DB-2865-4582-8CFC-99616FA0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4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69F5-E5DC-F93E-8707-942952A09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549" y="63966"/>
            <a:ext cx="7766936" cy="1646302"/>
          </a:xfrm>
        </p:spPr>
        <p:txBody>
          <a:bodyPr/>
          <a:lstStyle/>
          <a:p>
            <a:pPr algn="l"/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In The Name of God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44370-4613-C2FB-831A-61878AD2E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078" y="2048828"/>
            <a:ext cx="7766936" cy="3859149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Quera 12 Bootcamp Todo Project</a:t>
            </a:r>
          </a:p>
          <a:p>
            <a:pPr algn="l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Repo: github.com/mrerfankhatami/Qbc-12-Todo-Project</a:t>
            </a:r>
          </a:p>
          <a:p>
            <a:pPr algn="l"/>
            <a:endParaRPr lang="en-US" dirty="0"/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Group 3 | Mentor: Mr. Mohammadreza Mehdizadeh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Collaborators</a:t>
            </a:r>
          </a:p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Kimia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Mousavikolagar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Sariye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Hoseini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Narges Malekpour</a:t>
            </a:r>
          </a:p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Erfan Khatami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27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5F27-50EE-AEB1-DC9D-F9EDECF2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Main Branch For Development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934C491-ED4F-271E-9EC8-9EFA991D5C2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2" b="1024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4C1D6-4B90-D202-7459-DDAA7FAF0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874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9A2B-FC73-47B4-029F-E528A6120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038725"/>
            <a:ext cx="8596667" cy="566738"/>
          </a:xfrm>
        </p:spPr>
        <p:txBody>
          <a:bodyPr/>
          <a:lstStyle/>
          <a:p>
            <a:r>
              <a:rPr lang="en-US" dirty="0"/>
              <a:t>List Of Branches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9EA1D1C-89CA-993C-E261-6E8A853B733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9" b="937"/>
          <a:stretch>
            <a:fillRect/>
          </a:stretch>
        </p:blipFill>
        <p:spPr>
          <a:xfrm>
            <a:off x="677334" y="276225"/>
            <a:ext cx="8596668" cy="462914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96009-452D-2826-F7FC-26561E9D6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605463"/>
            <a:ext cx="8596667" cy="435899"/>
          </a:xfrm>
        </p:spPr>
        <p:txBody>
          <a:bodyPr>
            <a:normAutofit/>
          </a:bodyPr>
          <a:lstStyle/>
          <a:p>
            <a:r>
              <a:rPr lang="en-US" sz="1800" dirty="0"/>
              <a:t>Used Task/person based branching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150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D1CC-1ABD-6361-FD1B-7E66987C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 Commits Stat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12827E4-451F-B7B7-3974-144780C54A0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" b="21247"/>
          <a:stretch>
            <a:fillRect/>
          </a:stretch>
        </p:blipFill>
        <p:spPr>
          <a:xfrm>
            <a:off x="677334" y="403123"/>
            <a:ext cx="8596668" cy="379525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24D27-A95A-9C0F-52E9-A9B34A1BD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0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072C-33AE-B6A6-517B-19FB5082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05500"/>
          </a:xfrm>
        </p:spPr>
        <p:txBody>
          <a:bodyPr/>
          <a:lstStyle/>
          <a:p>
            <a:r>
              <a:rPr lang="en-US" dirty="0"/>
              <a:t>Features:</a:t>
            </a:r>
            <a:br>
              <a:rPr lang="en-US" dirty="0"/>
            </a:br>
            <a:br>
              <a:rPr lang="en-US" dirty="0"/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Adding Task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Deleting Task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Updating Task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Completing Task and Reversing Completed Task.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Task Counter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Resposive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Design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Light/Dark Theme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 Storage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Consistancy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Theme and Tasks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styled with Tailwind 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Used Git/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Github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Version Control and Codebase hosting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233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92C1-9E08-E133-3FE1-EEB3F13F5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38750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5400" dirty="0"/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13045236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116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Aharoni</vt:lpstr>
      <vt:lpstr>Arial</vt:lpstr>
      <vt:lpstr>Trebuchet MS</vt:lpstr>
      <vt:lpstr>Wingdings 3</vt:lpstr>
      <vt:lpstr>Facet</vt:lpstr>
      <vt:lpstr>In The Name of God</vt:lpstr>
      <vt:lpstr>Project Main Branch For Development </vt:lpstr>
      <vt:lpstr>List Of Branches</vt:lpstr>
      <vt:lpstr>Repo Commits Stat</vt:lpstr>
      <vt:lpstr>Features:  Adding Task Deleting Task Updating Task Completing Task and Reversing Completed Task. Task Counter Resposive Design Light/Dark Theme Local Storage Consistancy for Theme and Tasks styled with Tailwind  Used Git/Github for Version Control and Codebase hosting  </vt:lpstr>
      <vt:lpstr>    Thanks.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erfan khatamy</dc:creator>
  <cp:lastModifiedBy>erfan khatamy</cp:lastModifiedBy>
  <cp:revision>11</cp:revision>
  <dcterms:created xsi:type="dcterms:W3CDTF">2026-07-14T13:00:42Z</dcterms:created>
  <dcterms:modified xsi:type="dcterms:W3CDTF">2026-07-14T14:22:58Z</dcterms:modified>
</cp:coreProperties>
</file>